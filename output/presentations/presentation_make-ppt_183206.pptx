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🤖 Almatti AI Workforce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Task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make ppt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Agents Deployed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Web Builder • Content+PPT • Communication • File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FastAPI Backend + Next.js 15 Frontend</a:t>
            </a:r>
          </a:p>
          <a:p>
            <a:r>
              <a:rPr sz="2000">
                <a:solidFill>
                  <a:srgbClr val="ADAAAA"/>
                </a:solidFill>
              </a:rPr>
              <a:t>Parallel execution via ThreadPoolExecutor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✅ Website Generated</a:t>
            </a:r>
          </a:p>
          <a:p>
            <a:r>
              <a:rPr sz="2000">
                <a:solidFill>
                  <a:srgbClr val="ADAAAA"/>
                </a:solidFill>
              </a:rPr>
              <a:t>✅ Notes Created</a:t>
            </a:r>
          </a:p>
          <a:p>
            <a:r>
              <a:rPr sz="2000">
                <a:solidFill>
                  <a:srgbClr val="ADAAAA"/>
                </a:solidFill>
              </a:rPr>
              <a:t>✅ Message Replied</a:t>
            </a:r>
          </a:p>
          <a:p>
            <a:r>
              <a:rPr sz="2000">
                <a:solidFill>
                  <a:srgbClr val="ADAAAA"/>
                </a:solidFill>
              </a:rPr>
              <a:t>✅ Files Organized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Powered by Almatti AI Workforce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